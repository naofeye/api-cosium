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908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AI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Arretez de perdre du temps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de l'argent.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qui automatise votre gestion,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recupere vos impayes et fidelise vos clients.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97280" y="3703320"/>
            <a:ext cx="210312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794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15h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23444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perdues/semaine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taches manuelles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66160" y="3703320"/>
            <a:ext cx="210312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7947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37033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d'impayes mutuelles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relances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35040" y="3703320"/>
            <a:ext cx="210312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7947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224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617220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clients ne reviennent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apres 2 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quotidien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Reconnaissez-vous ces situations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0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matin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15087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ouvrez Cosium, Excel, votre boite mail, le site de la mutuelle... 4 outils juste pour savoir ou vous en etes.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68880" y="21945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appelle : "Ma mutuelle a-t-elle rembourse ?" Vous cherchez dans 3 endroits differents. 15 minutes perdues.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solidFill>
            <a:srgbClr val="FFF0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468880" y="28803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decouvrez qu'une PEC de 850€ est restee sans reponse depuis 45 jours. Personne n'avait relance.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2468880" y="35661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 : 2 heures a croiser votre releve avec les factures, ligne par ligne, dans Excel.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FF0F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891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251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468880" y="42519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voulez savoir combien de clients n'ont pas renouvele depuis 2 ans. Impossible avec Cosium.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19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: vous travaillez DANS votre magasin au lieu de travailler SUR votre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Combien ca vous coute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pour un magasin avec 80 000€ de CA mensuel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2 400€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38328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impayes mutuelles non relances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du CA reste bloque faute de suivi PEC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1 800€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383280" y="2697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4630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perdu sur des taches manuelles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15h/semaine x 30€/h = temps non productif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4 000€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3383280" y="3794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46304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clients perdus (non fidelises)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29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clients partent faute de suivi et relance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97280" y="4572000"/>
            <a:ext cx="6949440" cy="45720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24" name="Text 19"/>
          <p:cNvSpPr/>
          <p:nvPr/>
        </p:nvSpPr>
        <p:spPr>
          <a:xfrm>
            <a:off x="1097280" y="4572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: plus de 8 000€ perdus chaque mois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si tout ca disparaissait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AI se branche sur votre Cosium et automatise tout ce que vous faites a la main.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dans 4 outils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737360"/>
            <a:ext cx="39319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dashboard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377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les mutuelles a la main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468880"/>
            <a:ext cx="320040" cy="320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688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4924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automatiques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" y="301752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 dans Excel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108960"/>
            <a:ext cx="320040" cy="32004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754880" y="3017520"/>
            <a:ext cx="39319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0896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automatique en 1 clic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57200" y="365760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4" name="Text 16"/>
          <p:cNvSpPr/>
          <p:nvPr/>
        </p:nvSpPr>
        <p:spPr>
          <a:xfrm>
            <a:off x="64008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client apres vente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749040"/>
            <a:ext cx="320040" cy="32004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754880" y="3657600"/>
            <a:ext cx="39319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49040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4924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campagnes de fidelisation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457200" y="429768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0" name="Text 20"/>
          <p:cNvSpPr/>
          <p:nvPr/>
        </p:nvSpPr>
        <p:spPr>
          <a:xfrm>
            <a:off x="64008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visibilite sur les KPIs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4389120"/>
            <a:ext cx="320040" cy="32004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4754880" y="4297680"/>
            <a:ext cx="39319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389120"/>
            <a:ext cx="320040" cy="32004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34924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reel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 gere vos ventes. OptiFlow pilote votre business.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Recuperez l'argent qui dort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mutuelles et la Secu vous doivent de l'argent. OptiFlow le recupere.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PEC en temps reel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 toutes vos PEC en cours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3288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en temps reel : soumise, en attente, acceptee, refusee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automatique quand une PEC depasse 30 jours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0098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 chaque dossier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8503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automatique par email ou courrier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554480"/>
            <a:ext cx="3931920" cy="4572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Resultats concrets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93776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-70%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64008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d'impayes mutuelles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9377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+15j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40080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 sur les remboursements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377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4008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oubliee ou non relancee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93776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2 400€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640080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recuperes / mois (estimation)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Gagnez 15 heures par semaine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tache manuelle que vous faites, OptiFlow la fait pour vous.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(manuel)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OptiFlow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gagne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2h/semaine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(matching auto)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1h55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PEC mutuelles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359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3h/semaine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(alertes auto)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8229600" cy="41148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980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impayes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798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2h/semaine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7980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(plans auto)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3697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369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info client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2369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30min/jour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2369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 (fiche 360)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236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75888"/>
            <a:ext cx="8229600" cy="41148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stats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3h/semaine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reel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clients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4h/mois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+ envoi auto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3h30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plus de 15 heures recuperees par semaine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Fidelisez vos clients (et faites-les revenir)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qui revient coute 5x moins cher qu'un nouveau client.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97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737360"/>
            <a:ext cx="640080" cy="64008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288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intelligente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83464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automatiquement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Clients inactifs depuis 2 ans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Clients avec ordonnance expiree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Meilleurs clients (panier moyen)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Clients par type de mutuelle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554480"/>
            <a:ext cx="2697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737360"/>
            <a:ext cx="640080" cy="64008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88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automatiques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283464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Envoyez au bon moment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Rappel renouvellement lunettes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Offre anniversaire personnalisee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Nouveau produit par segment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Relance apres devis non signe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554480"/>
            <a:ext cx="2697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7086600" y="1737360"/>
            <a:ext cx="640080" cy="64008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mesurables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283464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en temps reel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Taux d'ouverture des emails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Taux de retour en magasin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 genere par campagne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ROI de chaque action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Pilotez votre activite en un coup d'oeil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Cosium ne vous montre pas.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du mois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87 450€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Impayes en cours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3 240€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en attente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&gt; 30j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5544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1 847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 ce mois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2880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chiffre d'affaires par jour, semaine, mois avec comparatif N-1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1012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60120" y="32644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agee : visualisez les impayes par tranche (0-30j, 30-60j, 60-90j, 90j+)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9417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" y="36484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transformation devis → facture avec objectifs parametrables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7822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40325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PEC en souffrance avec priorisation automatique par montant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6227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0120" y="44165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sur les anomalies : baisse CA, pic d'impayes, stock bas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+ Cosium = le duo gagnant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ne remplace pas Cosium. Il l'enrichit avec tout ce qui manque.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Cosium fait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Gestion des ventes en magasin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Catalogue produits et stocks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712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Facturation de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55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Gestion du tiers payant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39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Fiche client basique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ajoute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4884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5780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et KPIs temps reel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96312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automatiques PEC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4378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2798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 auto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912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3145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fiche client 360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38728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3493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campagnes email/SMS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8620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IA pour decisions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0F7F4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466344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4688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totale : OptiFlow lit vos donnees Cosium, mais ne les modifie JAMAIS.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gerez plusieurs magasins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Reseau : un cockpit pour tout votre groupe.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325880"/>
            <a:ext cx="5852160" cy="548640"/>
          </a:xfrm>
          <a:prstGeom prst="rect">
            <a:avLst/>
          </a:prstGeom>
          <a:solidFill>
            <a:srgbClr val="F9A8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3898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Groupe — Vue consolidee de tous vos magasins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874520"/>
            <a:ext cx="27432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19456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585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Paris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566160" y="219456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25856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Lyon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92240" y="219456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5856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Marseille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4495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Comparez les performances de chaque magasin en temps reel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4495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isolees par magasin — aucun magasin ne voit les autres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93592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2296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par magasin : admin, manager, operateur, lecteur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593592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208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magasin a sa propre connexion Cosium (credentials chiffres)</a:t>
            </a:r>
            <a:endParaRPr lang="en-US" sz="11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42232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229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groupe : CA total, impayes agreges, classement magasins</a:t>
            </a:r>
            <a:endParaRPr lang="en-US" sz="11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142232"/>
            <a:ext cx="256032" cy="25603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1208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degressif : plus vous avez de magasins, moins vous payez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retour sur investissement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se rembourse des le premier mois.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Impayes mutuelles recuperes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+ 2 400€/mois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economise (15h x 30€/h)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+ 1 800€/mois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fidelises (retour en magasin)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+ 4 000€/mois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6858000" cy="0"/>
          </a:xfrm>
          <a:prstGeom prst="line">
            <a:avLst/>
          </a:prstGeom>
          <a:noFill/>
          <a:ln w="12700">
            <a:solidFill>
              <a:srgbClr val="D1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MENSUELS ESTIMES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8 200€/mois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OptiFlow (offre Business)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- 179€/mois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6858000" cy="0"/>
          </a:xfrm>
          <a:prstGeom prst="line">
            <a:avLst/>
          </a:prstGeom>
          <a:noFill/>
          <a:ln w="12700">
            <a:solidFill>
              <a:srgbClr val="D1E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BENEFICE 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+ 8 021€/mois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4663440"/>
            <a:ext cx="6400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663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: x46 — OptiFlow se paie 46 fois chaque mois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Securite et conformite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Cosium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ne peut pas modifier, creer ou supprimer quoi que ce soit dans Cosium. Vos donnees de production sont intouchables.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90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bout en bout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235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credentials Cosium sont chiffres (Fernet). Les donnees transitent en HTTPS. Les mots de passe sont hashes (bcrypt).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278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donnees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 Reseau, chaque magasin a ses donnees isolees. Un opticien de Paris ne voit jamais les donnees de Lyon.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F0F7F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278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RGPD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235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marketing par client et par canal. Droit a l'oubli. Export des donnees personnelles. Audit trail complet.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Choisissez votre formule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Solo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opticien independant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partir de 99€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9260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KPIs personnels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client 360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Devis, factures, numerotation auto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Cosium automatique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474720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5840" y="3429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mutuelles + relances auto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03320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584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31920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0584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email/SMS + RGPD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160520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00584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IA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389120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0584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4754880" y="1097280"/>
            <a:ext cx="3931920" cy="393192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31" name="Shape 19"/>
          <p:cNvSpPr/>
          <p:nvPr/>
        </p:nvSpPr>
        <p:spPr>
          <a:xfrm>
            <a:off x="6675120" y="1207008"/>
            <a:ext cx="1737360" cy="23774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32" name="Text 20"/>
          <p:cNvSpPr/>
          <p:nvPr/>
        </p:nvSpPr>
        <p:spPr>
          <a:xfrm>
            <a:off x="6675120" y="1207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9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Reseau</a:t>
            </a:r>
            <a:endParaRPr lang="en-US" sz="2000" dirty="0"/>
          </a:p>
        </p:txBody>
      </p:sp>
      <p:sp>
        <p:nvSpPr>
          <p:cNvPr id="35" name="Text 2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groupes multi-magasins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5029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devis</a:t>
            </a:r>
            <a:endParaRPr lang="en-US" sz="2400" dirty="0"/>
          </a:p>
        </p:txBody>
      </p:sp>
      <p:sp>
        <p:nvSpPr>
          <p:cNvPr id="37" name="Text 24"/>
          <p:cNvSpPr/>
          <p:nvPr/>
        </p:nvSpPr>
        <p:spPr>
          <a:xfrm>
            <a:off x="713232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degressif</a:t>
            </a:r>
            <a:endParaRPr lang="en-US" sz="11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560320"/>
            <a:ext cx="164592" cy="16459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30352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OptiFlow Solo inclus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2788920"/>
            <a:ext cx="164592" cy="16459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303520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groupe multi-magasins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017520"/>
            <a:ext cx="164592" cy="16459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30352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performances reseau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0" y="3246120"/>
            <a:ext cx="164592" cy="164592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530352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donnees par magasin</a:t>
            </a:r>
            <a:endParaRPr lang="en-US" sz="100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3474720"/>
            <a:ext cx="164592" cy="164592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5303520" y="3429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groupe + roles granulaires</a:t>
            </a:r>
            <a:endParaRPr lang="en-US" sz="10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0" y="3703320"/>
            <a:ext cx="164592" cy="164592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530352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Cosium par magasin</a:t>
            </a:r>
            <a:endParaRPr lang="en-US" sz="100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9200" y="3931920"/>
            <a:ext cx="164592" cy="164592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530352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chiffres par tenant</a:t>
            </a:r>
            <a:endParaRPr lang="en-US" sz="1000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29200" y="4160520"/>
            <a:ext cx="164592" cy="164592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530352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dedie + formation</a:t>
            </a:r>
            <a:endParaRPr lang="en-US" sz="1000" dirty="0"/>
          </a:p>
        </p:txBody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4389120"/>
            <a:ext cx="164592" cy="164592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530352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+ account manager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journee avec OptiFlow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8h30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0972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ouvrez OptiFlow. Le dashboard affiche : 3 PEC a relancer, 2 paiements recus, CA +8% vs mois dernier.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8229600" cy="566928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82880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828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9h00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47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17373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appelle. En 1 clic : fiche 360, historique, devis en cours, derniere visite, mutuelle. Vous repondez en 30 secondes.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246888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24688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10h30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4871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23774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a envoye automatiquement 3 relances mutuelles ce matin. Une PEC de 1 200€ vient d'etre acceptee.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8229600" cy="566928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310896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1089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14h00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12724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0175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devis. Vous le creez dans OptiFlow, il genere la facture et suit le paiement automatiquement.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65760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548640" y="374904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3749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16h00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76732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36576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rapprochement bancaire du jour : OptiFlow a matche 12 transactions sur 14. Vous validez les 2 restantes en 1 clic.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4389120"/>
            <a:ext cx="731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4"/>
          <p:cNvSpPr/>
          <p:nvPr/>
        </p:nvSpPr>
        <p:spPr>
          <a:xfrm>
            <a:off x="548640" y="4389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17h30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440740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20240" y="4297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partir : le copilote IA vous suggere d'envoyer une campagne aux 45 clients dont l'ordonnance expire ce mois.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gagne 3 heures et recupere 1 200€. Et il n'est que 17h30.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AI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Arretez de perdre 8 000€ par mois.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Passez a l'action.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651760"/>
            <a:ext cx="246888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743200"/>
            <a:ext cx="411480" cy="4114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gratuite personnalisee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min, en visio)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2651760"/>
            <a:ext cx="246888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743200"/>
            <a:ext cx="411480" cy="4114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2" name="Text 9"/>
          <p:cNvSpPr/>
          <p:nvPr/>
        </p:nvSpPr>
        <p:spPr>
          <a:xfrm>
            <a:off x="37033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20624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 votre Cosium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min, sans risque)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651760"/>
            <a:ext cx="246888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2743200"/>
            <a:ext cx="411480" cy="4114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04088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des le premier mois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(impayes, temps, clients)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ma demo gratuite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46634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32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eyewearista@gmail.com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AI — Arretez de perdre du temps et de l'argent. Passez a OptiFlow.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OptiFlow AI — Gagnez du temps et de l'argent</dc:title>
  <dc:subject>PptxGenJS Presentation</dc:subject>
  <dc:creator>OptiFlow AI</dc:creator>
  <cp:lastModifiedBy>OptiFlow AI</cp:lastModifiedBy>
  <cp:revision>1</cp:revision>
  <dcterms:created xsi:type="dcterms:W3CDTF">2026-04-03T23:15:16Z</dcterms:created>
  <dcterms:modified xsi:type="dcterms:W3CDTF">2026-04-03T23:15:16Z</dcterms:modified>
</cp:coreProperties>
</file>